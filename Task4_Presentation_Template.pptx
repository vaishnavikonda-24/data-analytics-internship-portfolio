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Fruit Classification Analysis</a:t>
            </a:r>
          </a:p>
          <a:p>
            <a:r>
              <a:t>Prepared by: Konda Vaishnavi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dataset, KPI Analysis, Dashboard Development, Statistical Validation,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Weight, Colour, Label, Fruit_Size, Label_Code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Fruits, Apple Count, Banana Count, Average Weight, Max Weight, Min Weight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Pie Chart, Histogram, Bar Chart, Fruit Size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Statement, Findings, Insights,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 and H1 with T-Test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and business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